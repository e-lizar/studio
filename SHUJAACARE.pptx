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34" d="100"/>
          <a:sy n="34" d="100"/>
        </p:scale>
        <p:origin x="12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3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5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8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8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4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5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2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6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69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8965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82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0672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7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83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3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7F8F9-2CA3-4865-A78B-F52B1BCC9F8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BEC0F5B-0FAF-4092-A726-9173C7BA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3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 smtClean="0"/>
              <a:t>SHUJAACARE</a:t>
            </a:r>
            <a:endParaRPr lang="en-US" sz="7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953491"/>
          </a:xfrm>
        </p:spPr>
        <p:txBody>
          <a:bodyPr>
            <a:noAutofit/>
          </a:bodyPr>
          <a:lstStyle/>
          <a:p>
            <a:r>
              <a:rPr lang="en-US" sz="4000" dirty="0" smtClean="0"/>
              <a:t>BRIDGING THE GAP IN  HEALTHCARE ACCESS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644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697411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 smtClean="0"/>
              <a:t> Many underserved communities face significant barriers to accessing quality healthcare services</a:t>
            </a:r>
          </a:p>
          <a:p>
            <a:r>
              <a:rPr lang="en-US" sz="3600" dirty="0" smtClean="0"/>
              <a:t>Long wait times and limited communication options delay treatment and worsen health outcomes.</a:t>
            </a:r>
          </a:p>
          <a:p>
            <a:r>
              <a:rPr lang="en-US" sz="3600" dirty="0" smtClean="0"/>
              <a:t>Lack of centralized, reliable health information leaves users confused and unsupported.</a:t>
            </a:r>
          </a:p>
          <a:p>
            <a:r>
              <a:rPr lang="en-US" sz="3600" dirty="0" smtClean="0"/>
              <a:t>This creates a cycle of poor health management and increased strain on healthcare facilities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96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Our</a:t>
            </a:r>
            <a:r>
              <a:rPr lang="en-US" dirty="0"/>
              <a:t>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dirty="0" err="1" smtClean="0"/>
              <a:t>ShujaaCare</a:t>
            </a:r>
            <a:r>
              <a:rPr lang="en-US" sz="2800" dirty="0" smtClean="0"/>
              <a:t> is a mobile app designed to make healthcare accessible and efficient for everyone.</a:t>
            </a:r>
          </a:p>
          <a:p>
            <a:r>
              <a:rPr lang="en-US" sz="2800" dirty="0" smtClean="0"/>
              <a:t>Users can book appointments directly with health providers through the app, cutting down wait times.</a:t>
            </a:r>
          </a:p>
          <a:p>
            <a:r>
              <a:rPr lang="en-US" sz="2800" dirty="0" smtClean="0"/>
              <a:t>The platform offers reliable health information tailored to user needs, empowering better decision-making.</a:t>
            </a:r>
          </a:p>
          <a:p>
            <a:r>
              <a:rPr lang="en-US" sz="2800" dirty="0" smtClean="0"/>
              <a:t>Integrated SMS and call features allow direct, real-time communication with medical professionals.</a:t>
            </a:r>
          </a:p>
          <a:p>
            <a:r>
              <a:rPr lang="en-US" sz="2800" dirty="0" smtClean="0"/>
              <a:t>A health tracking dashboard helps users monitor their wellness and stay proactive.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6180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800" dirty="0" smtClean="0"/>
              <a:t>React Native: Enables development of a smooth, cross-platform app compatible with android and IOS devices.</a:t>
            </a:r>
          </a:p>
          <a:p>
            <a:r>
              <a:rPr lang="en-US" sz="2800" dirty="0" smtClean="0"/>
              <a:t>Firebase: Power real-time database management,   user authentication and secure clod storage for user data.</a:t>
            </a:r>
          </a:p>
          <a:p>
            <a:r>
              <a:rPr lang="en-US" sz="2800" dirty="0" smtClean="0"/>
              <a:t>SMS &amp; Call APIs: Facilitate seamless communication between users and healthcare providers directly through the app.</a:t>
            </a:r>
          </a:p>
          <a:p>
            <a:r>
              <a:rPr lang="en-US" sz="2800" dirty="0" smtClean="0"/>
              <a:t>Google Analytics:</a:t>
            </a:r>
            <a:r>
              <a:rPr lang="en-US" sz="2800" dirty="0"/>
              <a:t> </a:t>
            </a:r>
            <a:r>
              <a:rPr lang="en-US" sz="2800" dirty="0" smtClean="0"/>
              <a:t>Tracks user behavior to improve app features and enhance user engagement.</a:t>
            </a:r>
          </a:p>
        </p:txBody>
      </p:sp>
    </p:spTree>
    <p:extLst>
      <p:ext uri="{BB962C8B-B14F-4D97-AF65-F5344CB8AC3E}">
        <p14:creationId xmlns:p14="http://schemas.microsoft.com/office/powerpoint/2010/main" val="154880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&amp; Sustainability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600" dirty="0" smtClean="0"/>
              <a:t>Aims to increase healthcare access in target communities by 50% within six months post-launch.</a:t>
            </a:r>
          </a:p>
          <a:p>
            <a:r>
              <a:rPr lang="en-US" sz="3600" dirty="0" smtClean="0"/>
              <a:t>Expected to reduce appointment booking times by 30%, speeding up care delivery.</a:t>
            </a:r>
          </a:p>
          <a:p>
            <a:r>
              <a:rPr lang="en-US" sz="3600" dirty="0" smtClean="0"/>
              <a:t>Empowers users with tools to track their health, promoting preventive care and reducing emergencies.</a:t>
            </a:r>
          </a:p>
          <a:p>
            <a:r>
              <a:rPr lang="en-US" sz="3600" dirty="0" smtClean="0"/>
              <a:t>Designed for scalability, allowing future expansion into new regions or adding advanced features.</a:t>
            </a:r>
          </a:p>
          <a:p>
            <a:r>
              <a:rPr lang="en-US" sz="3600" dirty="0" smtClean="0"/>
              <a:t>Supports long-term sustainability by reducing pressure on existing healthcare infrastructure.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8743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764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40</TotalTime>
  <Words>283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SHUJAACARE</vt:lpstr>
      <vt:lpstr>The Problem</vt:lpstr>
      <vt:lpstr>Our Solution</vt:lpstr>
      <vt:lpstr>Technology Stack</vt:lpstr>
      <vt:lpstr>Impact &amp; Sustainability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SHUJAACARE</dc:title>
  <dc:creator>Admin</dc:creator>
  <cp:lastModifiedBy>Admin</cp:lastModifiedBy>
  <cp:revision>5</cp:revision>
  <dcterms:created xsi:type="dcterms:W3CDTF">2025-11-25T04:02:17Z</dcterms:created>
  <dcterms:modified xsi:type="dcterms:W3CDTF">2025-11-29T15:02:47Z</dcterms:modified>
</cp:coreProperties>
</file>